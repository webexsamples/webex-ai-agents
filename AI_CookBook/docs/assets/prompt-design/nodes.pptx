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85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1F37C9-4FD2-284D-B371-1E9B2FF7E92B}" v="61" dt="2026-04-25T10:04:38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94"/>
  </p:normalViewPr>
  <p:slideViewPr>
    <p:cSldViewPr snapToGrid="0">
      <p:cViewPr>
        <p:scale>
          <a:sx n="100" d="100"/>
          <a:sy n="100" d="100"/>
        </p:scale>
        <p:origin x="20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Pellegrini (lpellegr)" userId="61454b2f-6882-4b89-9151-fda6e5e2374a" providerId="ADAL" clId="{CEAB3C1C-597B-5A35-B3F3-3E439BB71107}"/>
    <pc:docChg chg="undo custSel mod modSld modMainMaster">
      <pc:chgData name="Luca Pellegrini (lpellegr)" userId="61454b2f-6882-4b89-9151-fda6e5e2374a" providerId="ADAL" clId="{CEAB3C1C-597B-5A35-B3F3-3E439BB71107}" dt="2026-04-25T10:04:41.641" v="1526"/>
      <pc:docMkLst>
        <pc:docMk/>
      </pc:docMkLst>
      <pc:sldChg chg="addSp delSp modSp mod">
        <pc:chgData name="Luca Pellegrini (lpellegr)" userId="61454b2f-6882-4b89-9151-fda6e5e2374a" providerId="ADAL" clId="{CEAB3C1C-597B-5A35-B3F3-3E439BB71107}" dt="2026-04-25T10:04:41.641" v="1526"/>
        <pc:sldMkLst>
          <pc:docMk/>
          <pc:sldMk cId="1830202298" sldId="256"/>
        </pc:sldMkLst>
        <pc:spChg chg="mod topLvl">
          <ac:chgData name="Luca Pellegrini (lpellegr)" userId="61454b2f-6882-4b89-9151-fda6e5e2374a" providerId="ADAL" clId="{CEAB3C1C-597B-5A35-B3F3-3E439BB71107}" dt="2026-04-23T12:04:25.749" v="744" actId="1076"/>
          <ac:spMkLst>
            <pc:docMk/>
            <pc:sldMk cId="1830202298" sldId="256"/>
            <ac:spMk id="7" creationId="{81A86ED8-AC6B-9AD3-6BE6-BC0DD7358E9F}"/>
          </ac:spMkLst>
        </pc:spChg>
        <pc:spChg chg="mod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9" creationId="{F6AF3733-6AFC-0BA8-399F-53A6829BC796}"/>
          </ac:spMkLst>
        </pc:spChg>
        <pc:spChg chg="mod topLvl">
          <ac:chgData name="Luca Pellegrini (lpellegr)" userId="61454b2f-6882-4b89-9151-fda6e5e2374a" providerId="ADAL" clId="{CEAB3C1C-597B-5A35-B3F3-3E439BB71107}" dt="2026-04-23T12:05:07.229" v="746" actId="1076"/>
          <ac:spMkLst>
            <pc:docMk/>
            <pc:sldMk cId="1830202298" sldId="256"/>
            <ac:spMk id="12" creationId="{1E404678-0BAF-7968-7C37-EB4F85D4C5F6}"/>
          </ac:spMkLst>
        </pc:spChg>
        <pc:spChg chg="add del mod topLvl">
          <ac:chgData name="Luca Pellegrini (lpellegr)" userId="61454b2f-6882-4b89-9151-fda6e5e2374a" providerId="ADAL" clId="{CEAB3C1C-597B-5A35-B3F3-3E439BB71107}" dt="2026-04-23T12:05:17.922" v="747" actId="1076"/>
          <ac:spMkLst>
            <pc:docMk/>
            <pc:sldMk cId="1830202298" sldId="256"/>
            <ac:spMk id="15" creationId="{8EFF8D7F-7753-4DA7-BDB7-1CF5B347BC23}"/>
          </ac:spMkLst>
        </pc:spChg>
        <pc:spChg chg="add mod topLvl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18" creationId="{8AEC4214-2509-600F-FAAC-3D0CBC703F85}"/>
          </ac:spMkLst>
        </pc:spChg>
        <pc:spChg chg="add mod topLvl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19" creationId="{79548FB9-4D37-55CA-8435-FA836663BBAB}"/>
          </ac:spMkLst>
        </pc:spChg>
        <pc:spChg chg="add mod topLvl">
          <ac:chgData name="Luca Pellegrini (lpellegr)" userId="61454b2f-6882-4b89-9151-fda6e5e2374a" providerId="ADAL" clId="{CEAB3C1C-597B-5A35-B3F3-3E439BB71107}" dt="2026-04-23T12:02:49.628" v="705" actId="1076"/>
          <ac:spMkLst>
            <pc:docMk/>
            <pc:sldMk cId="1830202298" sldId="256"/>
            <ac:spMk id="21" creationId="{BB083D18-F1CF-7288-ECD6-EA4F7F1C3458}"/>
          </ac:spMkLst>
        </pc:spChg>
        <pc:spChg chg="add mod">
          <ac:chgData name="Luca Pellegrini (lpellegr)" userId="61454b2f-6882-4b89-9151-fda6e5e2374a" providerId="ADAL" clId="{CEAB3C1C-597B-5A35-B3F3-3E439BB71107}" dt="2026-04-23T12:04:30.253" v="745" actId="1076"/>
          <ac:spMkLst>
            <pc:docMk/>
            <pc:sldMk cId="1830202298" sldId="256"/>
            <ac:spMk id="24" creationId="{F43DEB2A-A0BD-FEBC-B148-B72BB4D6BD18}"/>
          </ac:spMkLst>
        </pc:spChg>
        <pc:spChg chg="add mod">
          <ac:chgData name="Luca Pellegrini (lpellegr)" userId="61454b2f-6882-4b89-9151-fda6e5e2374a" providerId="ADAL" clId="{CEAB3C1C-597B-5A35-B3F3-3E439BB71107}" dt="2026-04-23T10:14:08.869" v="360" actId="164"/>
          <ac:spMkLst>
            <pc:docMk/>
            <pc:sldMk cId="1830202298" sldId="256"/>
            <ac:spMk id="33" creationId="{8AB80BF0-BD5D-35EF-D511-0B50FF6F17A6}"/>
          </ac:spMkLst>
        </pc:spChg>
        <pc:spChg chg="add mod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36" creationId="{87C9C3F2-8763-3EA7-029F-8A82BE3BB9FE}"/>
          </ac:spMkLst>
        </pc:spChg>
        <pc:spChg chg="add mod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38" creationId="{CB57FEA5-3E4D-70D4-CA75-F7E72970D14B}"/>
          </ac:spMkLst>
        </pc:spChg>
        <pc:spChg chg="add mod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40" creationId="{05790702-68D9-8F51-AE66-2D7A40B3E619}"/>
          </ac:spMkLst>
        </pc:spChg>
        <pc:spChg chg="add mod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42" creationId="{58B1352F-4EBE-ACFD-B75C-7D6A969ECF7B}"/>
          </ac:spMkLst>
        </pc:spChg>
        <pc:spChg chg="add mod">
          <ac:chgData name="Luca Pellegrini (lpellegr)" userId="61454b2f-6882-4b89-9151-fda6e5e2374a" providerId="ADAL" clId="{CEAB3C1C-597B-5A35-B3F3-3E439BB71107}" dt="2026-04-23T12:09:48.344" v="767"/>
          <ac:spMkLst>
            <pc:docMk/>
            <pc:sldMk cId="1830202298" sldId="256"/>
            <ac:spMk id="44" creationId="{3DBA8060-CF4F-2286-EE01-7D114431D1CC}"/>
          </ac:spMkLst>
        </pc:spChg>
        <pc:spChg chg="add mod">
          <ac:chgData name="Luca Pellegrini (lpellegr)" userId="61454b2f-6882-4b89-9151-fda6e5e2374a" providerId="ADAL" clId="{CEAB3C1C-597B-5A35-B3F3-3E439BB71107}" dt="2026-04-23T12:10:11.379" v="770" actId="1076"/>
          <ac:spMkLst>
            <pc:docMk/>
            <pc:sldMk cId="1830202298" sldId="256"/>
            <ac:spMk id="48" creationId="{75B64959-B373-B65D-1F11-2AEA7573DE84}"/>
          </ac:spMkLst>
        </pc:spChg>
        <pc:spChg chg="add mod">
          <ac:chgData name="Luca Pellegrini (lpellegr)" userId="61454b2f-6882-4b89-9151-fda6e5e2374a" providerId="ADAL" clId="{CEAB3C1C-597B-5A35-B3F3-3E439BB71107}" dt="2026-04-23T12:10:11.379" v="770" actId="1076"/>
          <ac:spMkLst>
            <pc:docMk/>
            <pc:sldMk cId="1830202298" sldId="256"/>
            <ac:spMk id="49" creationId="{8446E7D9-D1E3-8AB4-229C-2440EC718654}"/>
          </ac:spMkLst>
        </pc:spChg>
        <pc:spChg chg="add del mod">
          <ac:chgData name="Luca Pellegrini (lpellegr)" userId="61454b2f-6882-4b89-9151-fda6e5e2374a" providerId="ADAL" clId="{CEAB3C1C-597B-5A35-B3F3-3E439BB71107}" dt="2026-04-25T09:57:29.388" v="1465" actId="21"/>
          <ac:spMkLst>
            <pc:docMk/>
            <pc:sldMk cId="1830202298" sldId="256"/>
            <ac:spMk id="50" creationId="{A1060EC7-C286-54B7-758F-47ADC69D5991}"/>
          </ac:spMkLst>
        </pc:spChg>
        <pc:spChg chg="add mod">
          <ac:chgData name="Luca Pellegrini (lpellegr)" userId="61454b2f-6882-4b89-9151-fda6e5e2374a" providerId="ADAL" clId="{CEAB3C1C-597B-5A35-B3F3-3E439BB71107}" dt="2026-04-25T09:57:45.120" v="1509" actId="1036"/>
          <ac:spMkLst>
            <pc:docMk/>
            <pc:sldMk cId="1830202298" sldId="256"/>
            <ac:spMk id="51" creationId="{0C914255-6A64-08D4-5C91-CA83569349F2}"/>
          </ac:spMkLst>
        </pc:spChg>
        <pc:spChg chg="add mod">
          <ac:chgData name="Luca Pellegrini (lpellegr)" userId="61454b2f-6882-4b89-9151-fda6e5e2374a" providerId="ADAL" clId="{CEAB3C1C-597B-5A35-B3F3-3E439BB71107}" dt="2026-04-25T09:57:45.120" v="1509" actId="1036"/>
          <ac:spMkLst>
            <pc:docMk/>
            <pc:sldMk cId="1830202298" sldId="256"/>
            <ac:spMk id="52" creationId="{94779BEA-346E-D27B-2510-5640D02B1A95}"/>
          </ac:spMkLst>
        </pc:spChg>
        <pc:spChg chg="add mod">
          <ac:chgData name="Luca Pellegrini (lpellegr)" userId="61454b2f-6882-4b89-9151-fda6e5e2374a" providerId="ADAL" clId="{CEAB3C1C-597B-5A35-B3F3-3E439BB71107}" dt="2026-04-23T12:10:36.151" v="777" actId="1035"/>
          <ac:spMkLst>
            <pc:docMk/>
            <pc:sldMk cId="1830202298" sldId="256"/>
            <ac:spMk id="53" creationId="{07488912-A5B2-1D62-439A-43AA4CC2F0F3}"/>
          </ac:spMkLst>
        </pc:spChg>
        <pc:spChg chg="add mod">
          <ac:chgData name="Luca Pellegrini (lpellegr)" userId="61454b2f-6882-4b89-9151-fda6e5e2374a" providerId="ADAL" clId="{CEAB3C1C-597B-5A35-B3F3-3E439BB71107}" dt="2026-04-25T09:57:45.120" v="1509" actId="1036"/>
          <ac:spMkLst>
            <pc:docMk/>
            <pc:sldMk cId="1830202298" sldId="256"/>
            <ac:spMk id="54" creationId="{051BD25E-40C1-27C2-932C-D04090EF03D3}"/>
          </ac:spMkLst>
        </pc:spChg>
        <pc:spChg chg="add mod">
          <ac:chgData name="Luca Pellegrini (lpellegr)" userId="61454b2f-6882-4b89-9151-fda6e5e2374a" providerId="ADAL" clId="{CEAB3C1C-597B-5A35-B3F3-3E439BB71107}" dt="2026-04-25T09:59:21.971" v="1514"/>
          <ac:spMkLst>
            <pc:docMk/>
            <pc:sldMk cId="1830202298" sldId="256"/>
            <ac:spMk id="57" creationId="{76CFC221-39D6-FD0F-4CCB-043327C81DDA}"/>
          </ac:spMkLst>
        </pc:spChg>
        <pc:spChg chg="add mod">
          <ac:chgData name="Luca Pellegrini (lpellegr)" userId="61454b2f-6882-4b89-9151-fda6e5e2374a" providerId="ADAL" clId="{CEAB3C1C-597B-5A35-B3F3-3E439BB71107}" dt="2026-04-25T10:00:11.368" v="1516"/>
          <ac:spMkLst>
            <pc:docMk/>
            <pc:sldMk cId="1830202298" sldId="256"/>
            <ac:spMk id="58" creationId="{379859CF-4B27-718F-F177-187680BEA926}"/>
          </ac:spMkLst>
        </pc:spChg>
        <pc:spChg chg="add mod">
          <ac:chgData name="Luca Pellegrini (lpellegr)" userId="61454b2f-6882-4b89-9151-fda6e5e2374a" providerId="ADAL" clId="{CEAB3C1C-597B-5A35-B3F3-3E439BB71107}" dt="2026-04-25T10:01:56.942" v="1520"/>
          <ac:spMkLst>
            <pc:docMk/>
            <pc:sldMk cId="1830202298" sldId="256"/>
            <ac:spMk id="59" creationId="{CBAEA845-3987-59EE-3537-DC4EC17194CA}"/>
          </ac:spMkLst>
        </pc:spChg>
        <pc:spChg chg="add mod">
          <ac:chgData name="Luca Pellegrini (lpellegr)" userId="61454b2f-6882-4b89-9151-fda6e5e2374a" providerId="ADAL" clId="{CEAB3C1C-597B-5A35-B3F3-3E439BB71107}" dt="2026-04-25T09:53:58.017" v="1184"/>
          <ac:spMkLst>
            <pc:docMk/>
            <pc:sldMk cId="1830202298" sldId="256"/>
            <ac:spMk id="60" creationId="{192D74B7-2DEF-08A2-C9E4-B4ED31DAD9BB}"/>
          </ac:spMkLst>
        </pc:spChg>
        <pc:spChg chg="add mod">
          <ac:chgData name="Luca Pellegrini (lpellegr)" userId="61454b2f-6882-4b89-9151-fda6e5e2374a" providerId="ADAL" clId="{CEAB3C1C-597B-5A35-B3F3-3E439BB71107}" dt="2026-04-25T09:54:21.080" v="1201"/>
          <ac:spMkLst>
            <pc:docMk/>
            <pc:sldMk cId="1830202298" sldId="256"/>
            <ac:spMk id="61" creationId="{57BA67B2-5E4E-E103-E89B-F98A6E456FEA}"/>
          </ac:spMkLst>
        </pc:spChg>
        <pc:spChg chg="add mod">
          <ac:chgData name="Luca Pellegrini (lpellegr)" userId="61454b2f-6882-4b89-9151-fda6e5e2374a" providerId="ADAL" clId="{CEAB3C1C-597B-5A35-B3F3-3E439BB71107}" dt="2026-04-25T10:03:20.220" v="1522"/>
          <ac:spMkLst>
            <pc:docMk/>
            <pc:sldMk cId="1830202298" sldId="256"/>
            <ac:spMk id="62" creationId="{DC7C7FEA-D46C-95B8-61FB-F3073F8BE37C}"/>
          </ac:spMkLst>
        </pc:spChg>
        <pc:spChg chg="add mod">
          <ac:chgData name="Luca Pellegrini (lpellegr)" userId="61454b2f-6882-4b89-9151-fda6e5e2374a" providerId="ADAL" clId="{CEAB3C1C-597B-5A35-B3F3-3E439BB71107}" dt="2026-04-25T10:04:05.617" v="1524"/>
          <ac:spMkLst>
            <pc:docMk/>
            <pc:sldMk cId="1830202298" sldId="256"/>
            <ac:spMk id="63" creationId="{F7FDE747-0716-FE84-19A5-E20E765BFBE6}"/>
          </ac:spMkLst>
        </pc:spChg>
        <pc:spChg chg="add del mod">
          <ac:chgData name="Luca Pellegrini (lpellegr)" userId="61454b2f-6882-4b89-9151-fda6e5e2374a" providerId="ADAL" clId="{CEAB3C1C-597B-5A35-B3F3-3E439BB71107}" dt="2026-04-25T09:57:29.388" v="1465" actId="21"/>
          <ac:spMkLst>
            <pc:docMk/>
            <pc:sldMk cId="1830202298" sldId="256"/>
            <ac:spMk id="64" creationId="{57559617-B803-647C-FFA8-C22F1F4D8A41}"/>
          </ac:spMkLst>
        </pc:spChg>
        <pc:spChg chg="add mod">
          <ac:chgData name="Luca Pellegrini (lpellegr)" userId="61454b2f-6882-4b89-9151-fda6e5e2374a" providerId="ADAL" clId="{CEAB3C1C-597B-5A35-B3F3-3E439BB71107}" dt="2026-04-25T10:04:41.641" v="1526"/>
          <ac:spMkLst>
            <pc:docMk/>
            <pc:sldMk cId="1830202298" sldId="256"/>
            <ac:spMk id="65" creationId="{A39F877D-5830-23D2-C6CF-451B260A0D7F}"/>
          </ac:spMkLst>
        </pc:spChg>
        <pc:spChg chg="mod">
          <ac:chgData name="Luca Pellegrini (lpellegr)" userId="61454b2f-6882-4b89-9151-fda6e5e2374a" providerId="ADAL" clId="{CEAB3C1C-597B-5A35-B3F3-3E439BB71107}" dt="2026-04-25T09:57:48.764" v="1510"/>
          <ac:spMkLst>
            <pc:docMk/>
            <pc:sldMk cId="1830202298" sldId="256"/>
            <ac:spMk id="67" creationId="{74E4DC9F-8A80-84B6-F24C-B136FE2E52EC}"/>
          </ac:spMkLst>
        </pc:spChg>
        <pc:spChg chg="mod">
          <ac:chgData name="Luca Pellegrini (lpellegr)" userId="61454b2f-6882-4b89-9151-fda6e5e2374a" providerId="ADAL" clId="{CEAB3C1C-597B-5A35-B3F3-3E439BB71107}" dt="2026-04-25T09:57:48.764" v="1510"/>
          <ac:spMkLst>
            <pc:docMk/>
            <pc:sldMk cId="1830202298" sldId="256"/>
            <ac:spMk id="68" creationId="{16FA64E7-D73C-FA5A-7E90-71EF195E168A}"/>
          </ac:spMkLst>
        </pc:spChg>
        <pc:spChg chg="add mod">
          <ac:chgData name="Luca Pellegrini (lpellegr)" userId="61454b2f-6882-4b89-9151-fda6e5e2374a" providerId="ADAL" clId="{CEAB3C1C-597B-5A35-B3F3-3E439BB71107}" dt="2026-04-25T09:57:59.976" v="1512" actId="1076"/>
          <ac:spMkLst>
            <pc:docMk/>
            <pc:sldMk cId="1830202298" sldId="256"/>
            <ac:spMk id="69" creationId="{319CC5ED-2E77-0E3C-1B46-D434F3B13F4B}"/>
          </ac:spMkLst>
        </pc:spChg>
        <pc:spChg chg="add mod">
          <ac:chgData name="Luca Pellegrini (lpellegr)" userId="61454b2f-6882-4b89-9151-fda6e5e2374a" providerId="ADAL" clId="{CEAB3C1C-597B-5A35-B3F3-3E439BB71107}" dt="2026-04-25T10:01:07.072" v="1518"/>
          <ac:spMkLst>
            <pc:docMk/>
            <pc:sldMk cId="1830202298" sldId="256"/>
            <ac:spMk id="70" creationId="{267AEBA1-29C8-A2A8-E29B-A7614F06C8A1}"/>
          </ac:spMkLst>
        </pc:spChg>
        <pc:grpChg chg="add mod">
          <ac:chgData name="Luca Pellegrini (lpellegr)" userId="61454b2f-6882-4b89-9151-fda6e5e2374a" providerId="ADAL" clId="{CEAB3C1C-597B-5A35-B3F3-3E439BB71107}" dt="2026-04-25T09:57:45.120" v="1509" actId="1036"/>
          <ac:grpSpMkLst>
            <pc:docMk/>
            <pc:sldMk cId="1830202298" sldId="256"/>
            <ac:grpSpMk id="34" creationId="{0D1585B8-0EBC-60C0-4C2D-D787AA1A28DF}"/>
          </ac:grpSpMkLst>
        </pc:grpChg>
        <pc:grpChg chg="add mod">
          <ac:chgData name="Luca Pellegrini (lpellegr)" userId="61454b2f-6882-4b89-9151-fda6e5e2374a" providerId="ADAL" clId="{CEAB3C1C-597B-5A35-B3F3-3E439BB71107}" dt="2026-04-25T09:57:45.120" v="1509" actId="1036"/>
          <ac:grpSpMkLst>
            <pc:docMk/>
            <pc:sldMk cId="1830202298" sldId="256"/>
            <ac:grpSpMk id="35" creationId="{53EC35D6-54B0-ABFB-A1B0-4C2937C91100}"/>
          </ac:grpSpMkLst>
        </pc:grpChg>
        <pc:grpChg chg="add del mod">
          <ac:chgData name="Luca Pellegrini (lpellegr)" userId="61454b2f-6882-4b89-9151-fda6e5e2374a" providerId="ADAL" clId="{CEAB3C1C-597B-5A35-B3F3-3E439BB71107}" dt="2026-04-25T09:57:29.388" v="1465" actId="21"/>
          <ac:grpSpMkLst>
            <pc:docMk/>
            <pc:sldMk cId="1830202298" sldId="256"/>
            <ac:grpSpMk id="37" creationId="{D16444F6-7B1F-AEDF-2073-7E662F346962}"/>
          </ac:grpSpMkLst>
        </pc:grpChg>
        <pc:grpChg chg="add mod">
          <ac:chgData name="Luca Pellegrini (lpellegr)" userId="61454b2f-6882-4b89-9151-fda6e5e2374a" providerId="ADAL" clId="{CEAB3C1C-597B-5A35-B3F3-3E439BB71107}" dt="2026-04-23T12:10:11.379" v="770" actId="1076"/>
          <ac:grpSpMkLst>
            <pc:docMk/>
            <pc:sldMk cId="1830202298" sldId="256"/>
            <ac:grpSpMk id="39" creationId="{D659D440-6885-A4FE-F7B1-CEBEECEC572D}"/>
          </ac:grpSpMkLst>
        </pc:grpChg>
        <pc:grpChg chg="add mod">
          <ac:chgData name="Luca Pellegrini (lpellegr)" userId="61454b2f-6882-4b89-9151-fda6e5e2374a" providerId="ADAL" clId="{CEAB3C1C-597B-5A35-B3F3-3E439BB71107}" dt="2026-04-23T12:10:11.379" v="770" actId="1076"/>
          <ac:grpSpMkLst>
            <pc:docMk/>
            <pc:sldMk cId="1830202298" sldId="256"/>
            <ac:grpSpMk id="41" creationId="{637F96E6-38A8-6BE2-AA21-7EEA03B8FA28}"/>
          </ac:grpSpMkLst>
        </pc:grpChg>
        <pc:grpChg chg="add mod">
          <ac:chgData name="Luca Pellegrini (lpellegr)" userId="61454b2f-6882-4b89-9151-fda6e5e2374a" providerId="ADAL" clId="{CEAB3C1C-597B-5A35-B3F3-3E439BB71107}" dt="2026-04-23T12:10:36.151" v="777" actId="1035"/>
          <ac:grpSpMkLst>
            <pc:docMk/>
            <pc:sldMk cId="1830202298" sldId="256"/>
            <ac:grpSpMk id="43" creationId="{18B99468-0590-8049-CB7C-4F25B35640AF}"/>
          </ac:grpSpMkLst>
        </pc:grpChg>
        <pc:grpChg chg="add mod">
          <ac:chgData name="Luca Pellegrini (lpellegr)" userId="61454b2f-6882-4b89-9151-fda6e5e2374a" providerId="ADAL" clId="{CEAB3C1C-597B-5A35-B3F3-3E439BB71107}" dt="2026-04-25T09:57:45.120" v="1509" actId="1036"/>
          <ac:grpSpMkLst>
            <pc:docMk/>
            <pc:sldMk cId="1830202298" sldId="256"/>
            <ac:grpSpMk id="45" creationId="{F64D9076-0C3E-2277-262A-91F4C78BED3E}"/>
          </ac:grpSpMkLst>
        </pc:grpChg>
        <pc:grpChg chg="add mod">
          <ac:chgData name="Luca Pellegrini (lpellegr)" userId="61454b2f-6882-4b89-9151-fda6e5e2374a" providerId="ADAL" clId="{CEAB3C1C-597B-5A35-B3F3-3E439BB71107}" dt="2026-04-25T09:57:59.976" v="1512" actId="1076"/>
          <ac:grpSpMkLst>
            <pc:docMk/>
            <pc:sldMk cId="1830202298" sldId="256"/>
            <ac:grpSpMk id="66" creationId="{0EDFCC04-B26F-B271-595B-DD4BEE0A2A76}"/>
          </ac:grpSpMkLst>
        </pc:grpChg>
      </pc:sldChg>
      <pc:sldMasterChg chg="addSp modSp mod">
        <pc:chgData name="Luca Pellegrini (lpellegr)" userId="61454b2f-6882-4b89-9151-fda6e5e2374a" providerId="ADAL" clId="{CEAB3C1C-597B-5A35-B3F3-3E439BB71107}" dt="2026-04-23T12:11:12.175" v="778" actId="33475"/>
        <pc:sldMasterMkLst>
          <pc:docMk/>
          <pc:sldMasterMk cId="507155413" sldId="2147483684"/>
        </pc:sldMasterMkLst>
        <pc:spChg chg="add mod">
          <ac:chgData name="Luca Pellegrini (lpellegr)" userId="61454b2f-6882-4b89-9151-fda6e5e2374a" providerId="ADAL" clId="{CEAB3C1C-597B-5A35-B3F3-3E439BB71107}" dt="2026-04-23T12:11:12.175" v="778" actId="33475"/>
          <ac:spMkLst>
            <pc:docMk/>
            <pc:sldMasterMk cId="507155413" sldId="2147483684"/>
            <ac:spMk id="7" creationId="{3C1B8792-5177-31CE-B50C-607AC8BEAA56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992968"/>
            <a:ext cx="5829300" cy="636693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9605435"/>
            <a:ext cx="5143500" cy="441536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6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17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4559305"/>
            <a:ext cx="5915025" cy="760729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2238572"/>
            <a:ext cx="5915025" cy="40004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89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4868333"/>
            <a:ext cx="291465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4868333"/>
            <a:ext cx="291465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0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973670"/>
            <a:ext cx="5915025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4483101"/>
            <a:ext cx="2901255" cy="219709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6680200"/>
            <a:ext cx="2901255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4483101"/>
            <a:ext cx="2915543" cy="219709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6680200"/>
            <a:ext cx="291554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24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42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219200"/>
            <a:ext cx="2211884" cy="4267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2633137"/>
            <a:ext cx="3471863" cy="1299633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5486400"/>
            <a:ext cx="2211884" cy="101642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5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219200"/>
            <a:ext cx="2211884" cy="4267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2633137"/>
            <a:ext cx="3471863" cy="1299633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5486400"/>
            <a:ext cx="2211884" cy="101642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3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2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973666"/>
            <a:ext cx="1478756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973666"/>
            <a:ext cx="4350544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1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973670"/>
            <a:ext cx="5915025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4868333"/>
            <a:ext cx="5915025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6950271"/>
            <a:ext cx="15430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ADD4B-C2ED-8D42-B174-B4889FC1B803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6950271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6950271"/>
            <a:ext cx="15430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B0737-31E9-0545-B614-543EBA9D5ED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B8792-5177-31CE-B50C-607AC8BEAA5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1820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507155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53EC35D6-54B0-ABFB-A1B0-4C2937C91100}"/>
              </a:ext>
            </a:extLst>
          </p:cNvPr>
          <p:cNvGrpSpPr/>
          <p:nvPr/>
        </p:nvGrpSpPr>
        <p:grpSpPr>
          <a:xfrm>
            <a:off x="391509" y="10275118"/>
            <a:ext cx="2280745" cy="2194036"/>
            <a:chOff x="8713076" y="3429001"/>
            <a:chExt cx="2280745" cy="2194036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EC4214-2509-600F-FAAC-3D0CBC703F85}"/>
                </a:ext>
              </a:extLst>
            </p:cNvPr>
            <p:cNvSpPr txBox="1"/>
            <p:nvPr/>
          </p:nvSpPr>
          <p:spPr>
            <a:xfrm>
              <a:off x="8912779" y="3936336"/>
              <a:ext cx="196018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"id":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"kind": "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data_tool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"action":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action_name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"parameters": [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parameter_list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],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output_variables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": [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variable_list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],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"next":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548FB9-4D37-55CA-8435-FA836663BBAB}"/>
                </a:ext>
              </a:extLst>
            </p:cNvPr>
            <p:cNvSpPr/>
            <p:nvPr/>
          </p:nvSpPr>
          <p:spPr>
            <a:xfrm>
              <a:off x="8713076" y="3429001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D1585B8-0EBC-60C0-4C2D-D787AA1A28DF}"/>
              </a:ext>
            </a:extLst>
          </p:cNvPr>
          <p:cNvGrpSpPr/>
          <p:nvPr/>
        </p:nvGrpSpPr>
        <p:grpSpPr>
          <a:xfrm>
            <a:off x="416471" y="7811351"/>
            <a:ext cx="2401614" cy="2194035"/>
            <a:chOff x="6873764" y="1961"/>
            <a:chExt cx="2401614" cy="2194036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FF8D7F-7753-4DA7-BDB7-1CF5B347BC23}"/>
                </a:ext>
              </a:extLst>
            </p:cNvPr>
            <p:cNvSpPr txBox="1"/>
            <p:nvPr/>
          </p:nvSpPr>
          <p:spPr>
            <a:xfrm>
              <a:off x="6873764" y="748500"/>
              <a:ext cx="2401614" cy="1446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"id":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"kind": "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routing_tool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"action":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action_name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"parameters": [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parameter_list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],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"results": 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"success": "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  "failure": "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AB80BF0-BD5D-35EF-D511-0B50FF6F17A6}"/>
                </a:ext>
              </a:extLst>
            </p:cNvPr>
            <p:cNvSpPr/>
            <p:nvPr/>
          </p:nvSpPr>
          <p:spPr>
            <a:xfrm>
              <a:off x="6873765" y="1961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659D440-6885-A4FE-F7B1-CEBEECEC572D}"/>
              </a:ext>
            </a:extLst>
          </p:cNvPr>
          <p:cNvGrpSpPr/>
          <p:nvPr/>
        </p:nvGrpSpPr>
        <p:grpSpPr>
          <a:xfrm>
            <a:off x="391508" y="301796"/>
            <a:ext cx="2674878" cy="2194035"/>
            <a:chOff x="2385848" y="49918"/>
            <a:chExt cx="2674879" cy="21940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AF3733-6AFC-0BA8-399F-53A6829BC796}"/>
                </a:ext>
              </a:extLst>
            </p:cNvPr>
            <p:cNvSpPr txBox="1"/>
            <p:nvPr/>
          </p:nvSpPr>
          <p:spPr>
            <a:xfrm>
              <a:off x="2385848" y="1247392"/>
              <a:ext cx="267487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"id":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"kind": "instruction",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"message":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agent_instruction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"next":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B57FEA5-3E4D-70D4-CA75-F7E72970D14B}"/>
                </a:ext>
              </a:extLst>
            </p:cNvPr>
            <p:cNvSpPr/>
            <p:nvPr/>
          </p:nvSpPr>
          <p:spPr>
            <a:xfrm>
              <a:off x="2385848" y="49918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37F96E6-38A8-6BE2-AA21-7EEA03B8FA28}"/>
              </a:ext>
            </a:extLst>
          </p:cNvPr>
          <p:cNvGrpSpPr/>
          <p:nvPr/>
        </p:nvGrpSpPr>
        <p:grpSpPr>
          <a:xfrm>
            <a:off x="391508" y="2753363"/>
            <a:ext cx="2305708" cy="2194035"/>
            <a:chOff x="99848" y="138595"/>
            <a:chExt cx="2305709" cy="219403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1A86ED8-AC6B-9AD3-6BE6-BC0DD7358E9F}"/>
                </a:ext>
              </a:extLst>
            </p:cNvPr>
            <p:cNvSpPr txBox="1"/>
            <p:nvPr/>
          </p:nvSpPr>
          <p:spPr>
            <a:xfrm>
              <a:off x="122188" y="1228825"/>
              <a:ext cx="2283369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"id":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"kind": "input",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"prompt":"&lt;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question_to_user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"variable": "&lt;response&gt;",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"next":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&gt;”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5790702-68D9-8F51-AE66-2D7A40B3E619}"/>
                </a:ext>
              </a:extLst>
            </p:cNvPr>
            <p:cNvSpPr/>
            <p:nvPr/>
          </p:nvSpPr>
          <p:spPr>
            <a:xfrm>
              <a:off x="99848" y="138595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8B99468-0590-8049-CB7C-4F25B35640AF}"/>
              </a:ext>
            </a:extLst>
          </p:cNvPr>
          <p:cNvGrpSpPr/>
          <p:nvPr/>
        </p:nvGrpSpPr>
        <p:grpSpPr>
          <a:xfrm>
            <a:off x="388884" y="15163847"/>
            <a:ext cx="2506718" cy="2194035"/>
            <a:chOff x="3132083" y="4075387"/>
            <a:chExt cx="2506719" cy="2194036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43DEB2A-A0BD-FEBC-B148-B72BB4D6BD18}"/>
                </a:ext>
              </a:extLst>
            </p:cNvPr>
            <p:cNvSpPr txBox="1"/>
            <p:nvPr/>
          </p:nvSpPr>
          <p:spPr>
            <a:xfrm>
              <a:off x="3132085" y="5292991"/>
              <a:ext cx="250671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"id":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"kind": "terminal",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"outcome":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end_result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"message":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final_message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8B1352F-4EBE-ACFD-B75C-7D6A969ECF7B}"/>
                </a:ext>
              </a:extLst>
            </p:cNvPr>
            <p:cNvSpPr/>
            <p:nvPr/>
          </p:nvSpPr>
          <p:spPr>
            <a:xfrm>
              <a:off x="3132083" y="4075387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64D9076-0C3E-2277-262A-91F4C78BED3E}"/>
              </a:ext>
            </a:extLst>
          </p:cNvPr>
          <p:cNvGrpSpPr/>
          <p:nvPr/>
        </p:nvGrpSpPr>
        <p:grpSpPr>
          <a:xfrm>
            <a:off x="415159" y="12759851"/>
            <a:ext cx="2293886" cy="2254018"/>
            <a:chOff x="105102" y="4270298"/>
            <a:chExt cx="2293886" cy="2254018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083D18-F1CF-7288-ECD6-EA4F7F1C3458}"/>
                </a:ext>
              </a:extLst>
            </p:cNvPr>
            <p:cNvSpPr txBox="1"/>
            <p:nvPr/>
          </p:nvSpPr>
          <p:spPr>
            <a:xfrm>
              <a:off x="139264" y="5046988"/>
              <a:ext cx="2259724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"id": "&lt;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"kind": "branch",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"condition": "&lt;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condition_to_evaluate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"cases": {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"true": "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",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"false": "</a:t>
              </a:r>
              <a:r>
                <a:rPr lang="en-US" sz="9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}</a:t>
              </a:r>
            </a:p>
            <a:p>
              <a:r>
                <a:rPr lang="en-US" sz="9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DBA8060-CF4F-2286-EE01-7D114431D1CC}"/>
                </a:ext>
              </a:extLst>
            </p:cNvPr>
            <p:cNvSpPr/>
            <p:nvPr/>
          </p:nvSpPr>
          <p:spPr>
            <a:xfrm>
              <a:off x="105102" y="4270298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5B64959-B373-B65D-1F11-2AEA7573DE84}"/>
              </a:ext>
            </a:extLst>
          </p:cNvPr>
          <p:cNvSpPr txBox="1"/>
          <p:nvPr/>
        </p:nvSpPr>
        <p:spPr>
          <a:xfrm>
            <a:off x="1022126" y="2880803"/>
            <a:ext cx="159231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46E7D9-D1E3-8AB4-229C-2440EC718654}"/>
              </a:ext>
            </a:extLst>
          </p:cNvPr>
          <p:cNvSpPr txBox="1"/>
          <p:nvPr/>
        </p:nvSpPr>
        <p:spPr>
          <a:xfrm>
            <a:off x="659525" y="442893"/>
            <a:ext cx="179989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914255-6A64-08D4-5C91-CA83569349F2}"/>
              </a:ext>
            </a:extLst>
          </p:cNvPr>
          <p:cNvSpPr txBox="1"/>
          <p:nvPr/>
        </p:nvSpPr>
        <p:spPr>
          <a:xfrm>
            <a:off x="542601" y="7889032"/>
            <a:ext cx="197069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ROUTING_TOOL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779BEA-346E-D27B-2510-5640D02B1A95}"/>
              </a:ext>
            </a:extLst>
          </p:cNvPr>
          <p:cNvSpPr txBox="1"/>
          <p:nvPr/>
        </p:nvSpPr>
        <p:spPr>
          <a:xfrm>
            <a:off x="738351" y="10296082"/>
            <a:ext cx="197069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DATA_TOOL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488912-A5B2-1D62-439A-43AA4CC2F0F3}"/>
              </a:ext>
            </a:extLst>
          </p:cNvPr>
          <p:cNvSpPr txBox="1"/>
          <p:nvPr/>
        </p:nvSpPr>
        <p:spPr>
          <a:xfrm>
            <a:off x="725217" y="15284430"/>
            <a:ext cx="197069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TERMINAL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1BD25E-40C1-27C2-932C-D04090EF03D3}"/>
              </a:ext>
            </a:extLst>
          </p:cNvPr>
          <p:cNvSpPr txBox="1"/>
          <p:nvPr/>
        </p:nvSpPr>
        <p:spPr>
          <a:xfrm>
            <a:off x="924907" y="12909549"/>
            <a:ext cx="197069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CFC221-39D6-FD0F-4CCB-043327C81DDA}"/>
              </a:ext>
            </a:extLst>
          </p:cNvPr>
          <p:cNvSpPr txBox="1"/>
          <p:nvPr/>
        </p:nvSpPr>
        <p:spPr>
          <a:xfrm>
            <a:off x="3791616" y="812353"/>
            <a:ext cx="2095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Used to define what the AI Agent should say or do, for example greeting the user.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9859CF-4B27-718F-F177-187680BEA926}"/>
              </a:ext>
            </a:extLst>
          </p:cNvPr>
          <p:cNvSpPr txBox="1"/>
          <p:nvPr/>
        </p:nvSpPr>
        <p:spPr>
          <a:xfrm>
            <a:off x="3924300" y="3276650"/>
            <a:ext cx="19628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Collects free-form user input and stores the response in the specified variable.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AEA845-3987-59EE-3537-DC4EC17194CA}"/>
              </a:ext>
            </a:extLst>
          </p:cNvPr>
          <p:cNvSpPr txBox="1"/>
          <p:nvPr/>
        </p:nvSpPr>
        <p:spPr>
          <a:xfrm>
            <a:off x="4039917" y="8258492"/>
            <a:ext cx="2095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Calls an external system (API, database, service) using the specified parameters. The next path depends on success or failure.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7C7FEA-D46C-95B8-61FB-F3073F8BE37C}"/>
              </a:ext>
            </a:extLst>
          </p:cNvPr>
          <p:cNvSpPr txBox="1"/>
          <p:nvPr/>
        </p:nvSpPr>
        <p:spPr>
          <a:xfrm>
            <a:off x="3924300" y="10418701"/>
            <a:ext cx="2095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Retrieves data from an external system using the specified parameters. Returned variables can be used in subsequent nodes.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FDE747-0716-FE84-19A5-E20E765BFBE6}"/>
              </a:ext>
            </a:extLst>
          </p:cNvPr>
          <p:cNvSpPr txBox="1"/>
          <p:nvPr/>
        </p:nvSpPr>
        <p:spPr>
          <a:xfrm>
            <a:off x="4272458" y="13342745"/>
            <a:ext cx="209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Selects the next path based on a condition.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9F877D-5830-23D2-C6CF-451B260A0D7F}"/>
              </a:ext>
            </a:extLst>
          </p:cNvPr>
          <p:cNvSpPr txBox="1"/>
          <p:nvPr/>
        </p:nvSpPr>
        <p:spPr>
          <a:xfrm>
            <a:off x="4188374" y="15983865"/>
            <a:ext cx="13488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Marks the end of the workflow or interaction.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EDFCC04-B26F-B271-595B-DD4BEE0A2A76}"/>
              </a:ext>
            </a:extLst>
          </p:cNvPr>
          <p:cNvGrpSpPr/>
          <p:nvPr/>
        </p:nvGrpSpPr>
        <p:grpSpPr>
          <a:xfrm>
            <a:off x="413848" y="5346752"/>
            <a:ext cx="2659122" cy="2194035"/>
            <a:chOff x="4666593" y="102477"/>
            <a:chExt cx="2659121" cy="219403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4E4DC9F-8A80-84B6-F24C-B136FE2E52EC}"/>
                </a:ext>
              </a:extLst>
            </p:cNvPr>
            <p:cNvSpPr txBox="1"/>
            <p:nvPr/>
          </p:nvSpPr>
          <p:spPr>
            <a:xfrm>
              <a:off x="4666593" y="1053720"/>
              <a:ext cx="265912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"id":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"kind": "choice",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"prompt": "&lt;user’s options&gt;",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"answers": {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"option_1":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&gt;",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"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option_n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": "&lt;</a:t>
              </a:r>
              <a:r>
                <a:rPr lang="en-US" sz="8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next_node_id</a:t>
              </a: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&gt;"</a:t>
              </a:r>
              <a:b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   }</a:t>
              </a:r>
            </a:p>
            <a:p>
              <a:r>
                <a:rPr lang="en-US" sz="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6FA64E7-D73C-FA5A-7E90-71EF195E168A}"/>
                </a:ext>
              </a:extLst>
            </p:cNvPr>
            <p:cNvSpPr/>
            <p:nvPr/>
          </p:nvSpPr>
          <p:spPr>
            <a:xfrm>
              <a:off x="4666593" y="102477"/>
              <a:ext cx="2280745" cy="219403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319CC5ED-2E77-0E3C-1B46-D434F3B13F4B}"/>
              </a:ext>
            </a:extLst>
          </p:cNvPr>
          <p:cNvSpPr txBox="1"/>
          <p:nvPr/>
        </p:nvSpPr>
        <p:spPr>
          <a:xfrm>
            <a:off x="986667" y="5469491"/>
            <a:ext cx="1366347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1" dirty="0">
                <a:latin typeface="Courier New" panose="02070309020205020404" pitchFamily="49" charset="0"/>
                <a:cs typeface="Courier New" panose="02070309020205020404" pitchFamily="49" charset="0"/>
              </a:rPr>
              <a:t>CHOICE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7AEBA1-29C8-A2A8-E29B-A7614F06C8A1}"/>
              </a:ext>
            </a:extLst>
          </p:cNvPr>
          <p:cNvSpPr txBox="1"/>
          <p:nvPr/>
        </p:nvSpPr>
        <p:spPr>
          <a:xfrm>
            <a:off x="4031824" y="5919773"/>
            <a:ext cx="2095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Collects a user selection from predefined options.</a:t>
            </a:r>
          </a:p>
        </p:txBody>
      </p:sp>
    </p:spTree>
    <p:extLst>
      <p:ext uri="{BB962C8B-B14F-4D97-AF65-F5344CB8AC3E}">
        <p14:creationId xmlns:p14="http://schemas.microsoft.com/office/powerpoint/2010/main" val="1830202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2753</TotalTime>
  <Words>488</Words>
  <Application>Microsoft Macintosh PowerPoint</Application>
  <PresentationFormat>Custom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Pellegrini (lpellegr)</dc:creator>
  <cp:lastModifiedBy>Luca Pellegrini (lpellegr)</cp:lastModifiedBy>
  <cp:revision>1</cp:revision>
  <dcterms:created xsi:type="dcterms:W3CDTF">2026-04-22T15:40:58Z</dcterms:created>
  <dcterms:modified xsi:type="dcterms:W3CDTF">2026-04-25T10:04:44Z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Theme:7</vt:lpwstr>
  </property>
  <property fmtid="{D5CDD505-2E9C-101B-9397-08002B2CF9AE}" pid="3" name="ClassificationContentMarkingFooterText">
    <vt:lpwstr>-</vt:lpwstr>
  </property>
</Properties>
</file>